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🛒 Grocery Delivery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Full-Stack Flutter Application with PHP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760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029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760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API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029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760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Core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4572000"/>
          </a:xfrm>
          <a:prstGeom prst="roundRect">
            <a:avLst/>
          </a:prstGeom>
          <a:solidFill>
            <a:srgbClr val="E3F2FD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📱 Flutter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UI Layer</a:t>
            </a:r>
            <a:br/>
            <a:r>
              <a:t>Screens &amp; Widgets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39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3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Logic Layer</a:t>
            </a:r>
            <a:br/>
            <a:r>
              <a:t>Providers &amp;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80559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8055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Data Layer</a:t>
            </a:r>
            <a:br/>
            <a:r>
              <a:t>HTTP / Local DB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89120" y="3200400"/>
            <a:ext cx="1371600" cy="457200"/>
          </a:xfrm>
          <a:prstGeom prst="rightArrow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1371600"/>
            <a:ext cx="2743200" cy="457200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800"/>
                </a:solidFill>
              </a:defRPr>
            </a:pPr>
            <a:r>
              <a:t>🔧 PHP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Auth API</a:t>
            </a:r>
            <a:br/>
            <a:r>
              <a:t>login/signup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91839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39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Product API</a:t>
            </a:r>
            <a:br/>
            <a:r>
              <a:t>banners/products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480559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59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Order API</a:t>
            </a:r>
            <a:br/>
            <a:r>
              <a:t>checkout/track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61120" y="3200400"/>
            <a:ext cx="914400" cy="457200"/>
          </a:xfrm>
          <a:prstGeom prst="rightArrow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0" y="2286000"/>
            <a:ext cx="1828800" cy="2743200"/>
          </a:xfrm>
          <a:prstGeom prst="roundRect">
            <a:avLst/>
          </a:prstGeom>
          <a:solidFill>
            <a:srgbClr val="F3E5F5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32004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C27B0"/>
                </a:solidFill>
              </a:defRPr>
            </a:pPr>
            <a:r>
              <a:t>🗃️ MySQL</a:t>
            </a:r>
            <a:br/>
            <a:r>
              <a:t>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⭐ 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🔐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Email/Password Login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User Registration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OTP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Password Reset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188720"/>
            <a:ext cx="347472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371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🛒 Shopping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Browse Categories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Product Search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Add to Cart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View Cart &amp; Edit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188720"/>
            <a:ext cx="347472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371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📍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2880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Add New Address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Edit Address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Delete Address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Set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347472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💳 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Select Address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Payment Method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Apply Coupon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Place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3931920"/>
            <a:ext cx="347472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4114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📦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57200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Order History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Track Order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Order Details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Reorder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931920"/>
            <a:ext cx="347472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114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👤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57200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View Profile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Edit Profile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Order History</a:t>
            </a:r>
          </a:p>
          <a:p>
            <a:pPr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✓ Wallet Balance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🛠️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103120" cy="27432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Dart 3.x</a:t>
            </a:r>
            <a:br/>
            <a:r>
              <a:t>Material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371600"/>
            <a:ext cx="2103120" cy="27432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6459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PHP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0175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REST API</a:t>
            </a:r>
            <a:br/>
            <a:r>
              <a:t>JSON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371600"/>
            <a:ext cx="2103120" cy="274320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6459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🗃️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560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0175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Database</a:t>
            </a:r>
            <a:br/>
            <a:r>
              <a:t>Relational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371600"/>
            <a:ext cx="2103120" cy="2743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6459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560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SharedPreferences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0175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Local Storage</a:t>
            </a:r>
            <a:br/>
            <a:r>
              <a:t>User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371600"/>
            <a:ext cx="2103120" cy="27432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6459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560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HTTP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0175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REST API</a:t>
            </a:r>
            <a:br/>
            <a:r>
              <a:t>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🚀 Project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github.com/vizz-bob/Grocery-App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Complete source code available on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